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4297680"/>
            <a:ext cx="3410712" cy="2560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4297680"/>
            <a:ext cx="164592" cy="25603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UTTEC</a:t>
            </a:r>
            <a:r>
              <a:rPr sz="18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광주 AI·IoT 스마트팩토리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1828800" cy="7315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4회차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스마트폰으로
우리 공장 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내 폰에서 실시간으로 — 웹 대시보드와 장거리 무선(LoRa)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046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百見不如一習   ·   직접 익히는 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📅 제4주차 · 13:00~17:00</a:t>
            </a:r>
            <a:r>
              <a:rPr sz="14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  👤 홍광선 대표 · UTTEC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지난주 복습 &amp; 오늘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30352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09728" cy="356616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🔁 3회차 복습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기준값 넘으면 자동 경고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정상·주의·위험 자동 판단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CSV 데이터 저장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Q. 지금은 현장에 가야 봅니다.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   멀리서 폰으로 보려면?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194560"/>
            <a:ext cx="553212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194560"/>
            <a:ext cx="109728" cy="35661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🎯 오늘 끝나면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폰 브라우저로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실시간 온습도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시간별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그래프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보기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장거리 무선(LoRa)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로 원거리 수신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옆 사람 보드와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무선 통신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‘내 폰에서 공장 보기’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라즈베리파이가 작은 ‘웹사이트(서버)’ 가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3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1091672" cy="8412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09728" cy="8412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822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41448"/>
            <a:ext cx="9509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라즈베리파이가 측정값을 보여주는 작은 웹페이지를 띄웁니다.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11091672" cy="8412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109728" cy="8412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55848"/>
            <a:ext cx="822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355848"/>
            <a:ext cx="9509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폰과 보드가 같은 Wi-Fi 에 있으면 서로 연결됩니다.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11091672" cy="8412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109728" cy="8412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70248"/>
            <a:ext cx="822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70248"/>
            <a:ext cx="9509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폰 브라우저에 보드 주소를 입력 → 실시간 화면이 뜹니다.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11091672" cy="8412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74920"/>
            <a:ext cx="109728" cy="8412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84648"/>
            <a:ext cx="822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184648"/>
            <a:ext cx="9509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멀리 떨어진 곳은 LoRa(장거리 무선)로 데이터를 받아옵니다.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① 웹 대시보드 띄워 폰으로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보드에 작은 웹페이지를 띄우고, 폰으로 접속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4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Flask 라는 도구로 측정값을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보여주는 웹페이지를 띄웁니다.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폰을 같은 Wi-Fi 에 연결하고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주소창에 보드 주소를 입력 →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내 폰에 </a:t>
            </a:r>
            <a:r>
              <a:rPr sz="155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실시간 온습도</a:t>
            </a: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표시!</a:t>
            </a:r>
          </a:p>
        </p:txBody>
      </p:sp>
      <p:pic>
        <p:nvPicPr>
          <p:cNvPr id="11" name="Picture 10" descr="06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94560"/>
            <a:ext cx="533095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② 실시간 그래프로 추세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숫자보다 그래프가 한눈에 들어옵니다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5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측정값을 시간 순서로 점을 찍어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선 그래프로 그립니다.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온도가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오르는 추세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인지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언제 </a:t>
            </a: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이상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이 생겼는지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한눈에 보입니다.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→ 폰에서도 같은 그래프 확인.</a:t>
            </a:r>
          </a:p>
        </p:txBody>
      </p:sp>
      <p:pic>
        <p:nvPicPr>
          <p:cNvPr id="11" name="Picture 10" descr="07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94560"/>
            <a:ext cx="533095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③ 장거리 무선 (LoRa) · 보드간 통신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Wi-Fi 가 닿지 않는 먼 곳의 데이터까지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6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LoRa = 저전력 </a:t>
            </a:r>
            <a:r>
              <a:rPr sz="155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장거리 무선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(수백 m~수 km). 공장·농장·창고에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멀리 떨어진 센서값을 받아옵니다.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오늘은 옆 사람 보드와 무선으로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데이터를 주고받아 봅니다.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※ 무선 모듈은 검증·설정된 것을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   배포합니다 (기술 근거: lora vault).</a:t>
            </a:r>
          </a:p>
        </p:txBody>
      </p:sp>
      <p:pic>
        <p:nvPicPr>
          <p:cNvPr id="11" name="Picture 10" descr="08_l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94560"/>
            <a:ext cx="533095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오늘의 위키 — 공유·열람 &amp; AI로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무선=원격 열람과 평행 — 내 위키도 폰/PC에서 보고, Claude로 검색합니다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7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548640"/>
            <a:ext cx="2240280" cy="420624"/>
          </a:xfrm>
          <a:prstGeom prst="round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548640"/>
            <a:ext cx="2240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★ 강화 제안 (협의 진행 중)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49240" cy="36118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109728" cy="36118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📲 오늘의 위키 활동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926080"/>
            <a:ext cx="4800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① 내 위키를 </a:t>
            </a: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폰/PC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에서 열어봅니다.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 (동료에게 보여주는 관점)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② 노트가 쌓이면 찾기가 일 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 Claude에게 </a:t>
            </a: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검색·요약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을 시킵니다.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현업 연결: 노트는 혼자 쓰는 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아니라 </a:t>
            </a:r>
            <a:r>
              <a:rPr sz="145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팀 인수인계 자산</a:t>
            </a: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194560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22576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706624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이 위키에서 OLED 와 무선(LoRa) 관련 내용만 찾아서 요약해줘.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30752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30752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58768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242816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1~4회차 작업일지를 모아 ‘지금까지 만든 것’ 한 장으로 정리해줘.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왜? 잘 찾고·잘 넘기는 노트라야 현업에서 진짜 자산이 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 정리 &amp; 다음 시간 예고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8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✅ 오늘 한 것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79776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폰으로 실시간 대시보드를 봤다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46704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101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시간별 그래프로 추세를 봤다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770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770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장거리 무선(LoRa)을 체험했다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056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4398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439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위키 공유·AI 검색을 익혔다 (제안)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377440"/>
            <a:ext cx="5029200" cy="3108960"/>
          </a:xfrm>
          <a:prstGeom prst="roundRect">
            <a:avLst/>
          </a:prstGeom>
          <a:solidFill>
            <a:srgbClr val="1B3A5B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다음 시간 (5주차 · 마지막)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546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체험 + 미니
스마트팩토리 완성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34340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AI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손글씨 인식</a:t>
            </a: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체험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4주간 배운 것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통합 완성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내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현업 적용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