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4297680"/>
            <a:ext cx="3410712" cy="2560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4297680"/>
            <a:ext cx="164592" cy="2560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</a:t>
            </a:r>
            <a:r>
              <a:rPr sz="18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광주 AI·IoT 스마트팩토리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1828800" cy="7315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5회차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체험 &amp;
미니 스마트팩토리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AI가 학습하는 원리를 체험하고 — 4주간 배운 모든 것을 하나로 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百見不如一習   ·   직접 익히는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📅 제5주차 · 13:00~17:00 · 수료</a:t>
            </a:r>
            <a:r>
              <a:rPr sz="14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  👤 홍광선 대표 · UTTEC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지난주 복습 &amp; 오늘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3035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09728" cy="356616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🔁 1~4회차 복습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1주: Pi·첫 프로그램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2주: 센서·OLED·신호등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3주: 기준값·자동 경보·CSV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4주: 폰 대시보드·무선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오늘 이 모두를 하나로 묶습니다.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194560"/>
            <a:ext cx="55321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194560"/>
            <a:ext cx="109728" cy="35661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🎯 오늘 끝나면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AI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학습 원리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체험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손글씨 숫자 인식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AI 동작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미니 스마트팩토리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완성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내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현업 적용 설계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1페이지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• 수료 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AI 는 어떻게 ‘학습’ 하나요?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예시를 많이 보여주면 — 스스로 규칙을 찾습니다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3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852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사람도 숫자 ‘3’ 을 수천 번 보며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배웁니다. AI도 똑같습니다.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손글씨 ‘3’ 사진을 </a:t>
            </a:r>
            <a:r>
              <a:rPr sz="16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아주 많이</a:t>
            </a: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보여주면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AI가 ‘이런 모양이 3이구나’ 를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스스로 알아냅니다. (=학습)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그 뒤엔 새 손글씨도 맞힙니다. (=추론)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286000"/>
            <a:ext cx="4937760" cy="3291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286000"/>
            <a:ext cx="109728" cy="329184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48716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🧠 3단계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3108960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108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2724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많은 예시  </a:t>
            </a:r>
            <a:r>
              <a:rPr sz="1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— 데이터를 모은다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0" y="3886200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886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90448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학습  </a:t>
            </a:r>
            <a:r>
              <a:rPr sz="1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— 규칙을 찾는다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4663440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68172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추론  </a:t>
            </a:r>
            <a:r>
              <a:rPr sz="1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— 새 것을 맞힌다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— 손글씨 숫자 인식 AI 체험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내가 쓴 숫자를 AI가 맞히는지 직접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4 / 8</a:t>
            </a:r>
          </a:p>
        </p:txBody>
      </p:sp>
      <p:pic>
        <p:nvPicPr>
          <p:cNvPr id="10" name="Picture 9" descr="09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12064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246888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0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해보기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① 화면(또는 종이)에 숫자를 씁니다.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② AI가 몇 인지 </a:t>
            </a:r>
            <a:r>
              <a:rPr sz="16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맞힙니다.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③ 일부러 삐뚤게 써서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 언제 틀리는지도 봅니다.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※ AI 모델 기술 근거 = onDevice_AI vault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프로젝트 — 미니 스마트팩토리 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센서 → 판단 → 경보 → 화면 → 폰, 4주의 모든 것을 하나로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5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87451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09728" cy="17373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온습도 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5" y="30175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7207" y="2468880"/>
            <a:ext cx="187451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7207" y="2468880"/>
            <a:ext cx="109728" cy="17373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7" y="2724912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7" y="333756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기준값·이상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2" y="30175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74334" y="2468880"/>
            <a:ext cx="187451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74334" y="2468880"/>
            <a:ext cx="109728" cy="17373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4334" y="2724912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4" y="333756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LED·부저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89" y="30175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1461" y="2468880"/>
            <a:ext cx="187451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41461" y="2468880"/>
            <a:ext cx="109728" cy="17373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41461" y="2724912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901" y="333756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OLED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6" y="30175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08588" y="2468880"/>
            <a:ext cx="187451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08588" y="2468880"/>
            <a:ext cx="109728" cy="173736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88" y="2724912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28" y="333756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대시보드·무선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526280"/>
            <a:ext cx="10908792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526280"/>
            <a:ext cx="109728" cy="13716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7091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조별로 완성 → 시연합니다. </a:t>
            </a: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미완성도 부분 시연으로 OK — 오늘은 성취감이 핵심!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(선택·심화) 통계 이상탐지 → AI가 자동 보고서 생성까지.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오늘의 위키 — 현업 적용 1페이지 (마무리)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5주간 쌓은 위키를 Claude로 ‘내 현업 가이드’ 한 장으로 완성합니다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6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48640"/>
            <a:ext cx="2240280" cy="420624"/>
          </a:xfrm>
          <a:prstGeom prst="round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48640"/>
            <a:ext cx="2240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★ 강화 제안 (협의 진행 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49240" cy="36118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09728" cy="36118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🎯 오늘의 위키 활동 (완결)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26080"/>
            <a:ext cx="4800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‘내 회사 공정/설비를 노트로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어떻게 관리할까’ 를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1페이지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자기 설계로 작성합니다.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5주 노트가 있으니 — Claude에게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시키면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초안을 만들어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줍니다.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🎁 </a:t>
            </a: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take-home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: 내 위키 폴더 +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Claude 활용법을 통째로 가져갑니다.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22576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06624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내 작업일지·장비카드·결정메모를 모두 읽고, 내 현업에 적용할 1페이지 가이드 초안을 만들어줘.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30752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30752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42816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그 가이드를 발표용으로 핵심 5줄로 요약해줘.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5주의 배움이 ‘평생 쓰는 내 현업 가이드’ 로 완성됩니다 — 이것이 위키의 목표.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평가 &amp; 수료 안내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📋 평가 (참여·완성도 중심)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센서 수집·표시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8036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20점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0712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LED·부저 자동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02152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20점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23944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이상·기준값 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123944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20점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54296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45736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폰 대시보드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45736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20점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76088"/>
            <a:ext cx="5486400" cy="5486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67528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시연·현장 적용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367528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20점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377440"/>
            <a:ext cx="5212080" cy="3200400"/>
          </a:xfrm>
          <a:prstGeom prst="roundRect">
            <a:avLst/>
          </a:prstGeom>
          <a:solidFill>
            <a:srgbClr val="1B3A5B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🎓 수료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00400"/>
            <a:ext cx="4572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수료 기준: 5회 중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4회 이상 출석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발표: 미니팩토리 + 내 위키 시연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사후 3개월 지원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  (현업 노트·Claude 활용 Q&amp;A 포함)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 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이제 여러분께는 두 가지 자산이 있습니다.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🔧 미니 스마트팩토리 키트    +    📚 나만의 현업 위키 (+Claude)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63056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 · 광주 AI·IoT 스마트팩토리 실습 과정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