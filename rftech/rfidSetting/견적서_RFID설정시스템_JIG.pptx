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UTTEC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RFID 설정 시스템</a:t>
            </a:r>
            <a:br/>
            <a:r>
              <a:t>생산 JIG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</a:defRPr>
            </a:pPr>
            <a:r>
              <a:t>견적서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2025년 12월 28일  |  To: RfTech  |  견적 유효기간: 30일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645920"/>
            <a:ext cx="32004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Notebook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생산자용 GUI 프로그램</a:t>
            </a:r>
            <a:br/>
            <a:r>
              <a:t>Windows 10/11 지원</a:t>
            </a:r>
            <a:br/>
            <a:r>
              <a:t>직관적인 조작 인터페이스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5647" y="1645920"/>
            <a:ext cx="32004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ESP32 Dongle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5647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RFID Reader 내장</a:t>
            </a:r>
            <a:br/>
            <a:r>
              <a:t>USB-UART 변환</a:t>
            </a:r>
            <a:br/>
            <a:r>
              <a:t>프로토콜 중계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3247" y="1645920"/>
            <a:ext cx="32004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타겟 시스템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247" y="2560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RFID Tag 2개 등록</a:t>
            </a:r>
            <a:br/>
            <a:r>
              <a:t>평일/휴일 근무시간</a:t>
            </a:r>
            <a:br/>
            <a:r>
              <a:t>RTC 시간 동기화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228600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166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USB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029200"/>
            <a:ext cx="228600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ESP32 Dongle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5166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UART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029200"/>
            <a:ext cx="2286000" cy="64008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타겟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견적 내역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05840"/>
          <a:ext cx="103628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371600"/>
                <a:gridCol w="1828800"/>
                <a:gridCol w="2133295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수량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단가 (원)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금액 (원)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[하드웨어]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ESP32 Dongle (RFID Reader, 케이스 포함)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SET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300,000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UART 연결 케이블 (3.3V TTL, 1m)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SET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20,000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USB 케이블 (USB-A to Micro-USB)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SET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하드웨어 소계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330,000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[소프트웨어 개발]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ESP32 펌웨어 개발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800,000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Notebook UI 프로그램 개발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통신 프로토콜 설계 및 구현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300,000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시스템 통합 테스트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소프트웨어 소계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2,500,000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[문서 및 기타]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667EEA"/>
                          </a:solidFill>
                        </a:defRPr>
                      </a:pPr>
                    </a:p>
                  </a:txBody>
                  <a:tcPr>
                    <a:solidFill>
                      <a:srgbClr val="28284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기술 문서 작성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문서/기타 소계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232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32325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합계 (VAT 별도)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3,030,000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납품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하드웨어 납품물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• ESP32 Dongle 완제품 2세트</a:t>
            </a:r>
            <a:br/>
            <a:r>
              <a:t>• RFID Reader 모듈 내장 (RC522)</a:t>
            </a:r>
            <a:br/>
            <a:r>
              <a:t>• 플라스틱 케이스</a:t>
            </a:r>
            <a:br/>
            <a:r>
              <a:t>• UART/USB 케이블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0352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소프트웨어 납품물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• Notebook UI 프로그램 (설치 패키지)</a:t>
            </a:r>
            <a:br/>
            <a:r>
              <a:t>• ESP32 펌웨어 (바이너리 + 소스코드)</a:t>
            </a:r>
            <a:br/>
            <a:r>
              <a:t>• UI 프로그램 소스코드</a:t>
            </a:r>
            <a:br/>
            <a:r>
              <a:t>• 빌드 환경 구축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30352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기술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• 사용자 매뉴얼 (생산자용)</a:t>
            </a:r>
            <a:br/>
            <a:r>
              <a:t>• 통신 프로토콜 명세서</a:t>
            </a:r>
            <a:br/>
            <a:r>
              <a:t>• 하드웨어 회로도</a:t>
            </a:r>
            <a:br/>
            <a:r>
              <a:t>• 트러블슈팅 가이드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0352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기술 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• 무상 기술 지원: 납품 후 3개월</a:t>
            </a:r>
            <a:br/>
            <a:r>
              <a:t>• 버그 수정 무상 지원</a:t>
            </a:r>
            <a:br/>
            <a:r>
              <a:t>• 원격 기술 상담</a:t>
            </a:r>
            <a:br/>
            <a:r>
              <a:t>• 추가 개발: 별도 협의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견적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282846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총 견적 금액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67EEA"/>
                </a:solidFill>
              </a:defRPr>
            </a:pPr>
            <a:r>
              <a:t>₩ 3,030,000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* 부가가치세(VAT) 별도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견적 유효기간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납품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계약 후 4주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결제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계약금 50% / 잔금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본 견적서에 대한 문의사항이 있으시면</a:t>
            </a:r>
            <a:br/>
            <a:r>
              <a:t>아래 연락처로 문의해 주시기 바랍니다.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회사명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UTTEC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010-3922-1809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이메일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uttec@uttec.co.kr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</a:defRPr>
            </a:pPr>
            <a:r>
              <a:t>본 견적서는 RfTech 귀사에 제출하는 공식 견적서입니다.</a:t>
            </a:r>
            <a:br/>
            <a:r>
              <a:t>견적 내용은 상호 협의를 통해 조정될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