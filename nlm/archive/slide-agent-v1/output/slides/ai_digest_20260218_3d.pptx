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1371600"/>
            <a:ext cx="2133295" cy="2133295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Sora"/>
              </a:defRPr>
            </a:pPr>
            <a:r>
              <a:t>AI News Digest - 2026-02-18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5B4FC"/>
                </a:solidFill>
                <a:latin typeface="Sora"/>
              </a:defRPr>
            </a:pPr>
            <a:r>
              <a:t>2026-02-18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9496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  <a:latin typeface="Sora"/>
              </a:defRPr>
            </a:pPr>
            <a:r>
              <a:t>9 Videos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556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Video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3288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328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From Nate Herk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3101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3101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From Nick Saraev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977639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0873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8736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From Jack Roberts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79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864607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6460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From Chase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532119"/>
            <a:ext cx="10362895" cy="59436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641847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366F1"/>
                </a:solidFill>
                <a:latin typeface="Sora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641847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Sora"/>
              </a:defRPr>
            </a:pPr>
            <a:r>
              <a:t>Key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VIDEO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Nate Herk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How to Sign AI Workflow Clients (With 0 Follo...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Nate Herk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How a College Student Made $500k with Cold Em...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Nick Saraev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CLAUDE CODE FULL COURSE 4 HOURS: Build &amp; Sell...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Jack Roberts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5 INSANE Claude Cowork use cases (Build Anyth...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Jack Roberts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488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AntiGravity + Claude Code Destroys Every Work...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92608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Chase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29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Claude Sonnet 4.6 Is Here (and Better Than Op...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0624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Chase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5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I used to build everything in n8n, here's why...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486400"/>
            <a:ext cx="5029200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623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366F1"/>
                </a:solidFill>
                <a:latin typeface="Sora"/>
              </a:defRPr>
            </a:pPr>
            <a:r>
              <a:t>Chase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989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Sora"/>
              </a:defRPr>
            </a:pPr>
            <a:r>
              <a:t>i converted all my n8n agents to real code an...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FROM NATE HERK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How to Sign AI Workflow Clients (With 0 Followers)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People keep telling me they can't land People keep telling me they can't land People keep telling me they can't land AI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How a College Student Made $500k with Cold Email (Exact Framework)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Cold email is responsible for some of Cold email is responsible for some of Cold email is responsible for some of the fa...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FROM NICK SARAEV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CLAUDE CODE FULL COURSE 4 HOURS: Build &amp; Sell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Hey, this is the definitive course on Claude Code for beginners. I use Claude Code every day to manage a business that d...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FROM JACK ROBERTS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5 INSANE Claude Cowork use cases (Build Anything)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Cloud Co just dropped and it is a Cloud Co just dropped and it is a Cloud Co just dropped and it is a superpower, but on...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AntiGravity + Claude Code Destroys Every Workflow Tool (NEW Skill)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Plug code is the most powerful AI coding Plug code is the most powerful AI coding Plug code is the most powerful AI codi...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FROM CHASE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Claude Sonnet 4.6 Is Here (and Better Than Opus?)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So, Anthropic just released Sonnet 4.6 So, Anthropic just released Sonnet 4.6 So, Anthropic just released Sonnet 4.6 tod...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I used to build everything in n8n, here's why I stopped (mostly)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I've built hundreds of NAND workflows I've built hundreds of NAND workflows I've built hundreds of NAND workflows and I'...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i converted all my n8n agents to real code and it was stupid easy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NADN has been one of the most powerful NADN has been one of the most powerful NADN has been one of the most powerful noo...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109728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69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ora"/>
              </a:defRPr>
            </a:pPr>
            <a:r>
              <a:t>OpenClaw Google Setup is a Nightmare (Here's the Fix)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0807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ora"/>
              </a:defRPr>
            </a:pPr>
            <a:r>
              <a:t>OpenClaw is the fastest growing OpenClaw is the fastest growing OpenClaw is the fastest growing open-source AI project o...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37160" cy="5486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ora"/>
              </a:defRPr>
            </a:pPr>
            <a:r>
              <a:t>KEY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25253A"/>
          </a:solidFill>
          <a:ln w="12700">
            <a:solidFill>
              <a:srgbClr val="3D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01168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9144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Sora"/>
              </a:defRPr>
            </a:pPr>
            <a:r>
              <a:t>Key AI topics mentioned: AI, machine learning, GPT, LLM, automation, Claude, ChatGPT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1828800"/>
            <a:ext cx="3962095" cy="22860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ora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ora"/>
              </a:defRPr>
            </a:pPr>
            <a:r>
              <a:t>Generated 2026-02-18 08:16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