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0" y="1097280"/>
            <a:ext cx="2133295" cy="21332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0"/>
            <a:ext cx="11277295" cy="1097280"/>
          </a:xfrm>
          <a:prstGeom prst="rect">
            <a:avLst/>
          </a:prstGeom>
          <a:noFill/>
        </p:spPr>
        <p:txBody>
          <a:bodyPr wrap="none">
            <a:spAutoFit/>
          </a:bodyPr>
          <a:lstStyle/>
          <a:p>
            <a:pPr algn="ctr">
              <a:defRPr sz="4800" b="1">
                <a:solidFill>
                  <a:srgbClr val="FFFFFF"/>
                </a:solidFill>
                <a:latin typeface="Sora"/>
              </a:defRPr>
            </a:pPr>
            <a:r>
              <a:t>Nick Saraev</a:t>
            </a:r>
          </a:p>
        </p:txBody>
      </p:sp>
      <p:sp>
        <p:nvSpPr>
          <p:cNvPr id="6" name="TextBox 5"/>
          <p:cNvSpPr txBox="1"/>
          <p:nvPr/>
        </p:nvSpPr>
        <p:spPr>
          <a:xfrm>
            <a:off x="457200" y="4846320"/>
            <a:ext cx="11277295" cy="457200"/>
          </a:xfrm>
          <a:prstGeom prst="rect">
            <a:avLst/>
          </a:prstGeom>
          <a:noFill/>
        </p:spPr>
        <p:txBody>
          <a:bodyPr wrap="none">
            <a:spAutoFit/>
          </a:bodyPr>
          <a:lstStyle/>
          <a:p>
            <a:pPr algn="ctr">
              <a:defRPr sz="2000">
                <a:solidFill>
                  <a:srgbClr val="A5B4FC"/>
                </a:solidFill>
                <a:latin typeface="Sora"/>
              </a:defRPr>
            </a:pPr>
            <a:r>
              <a:t>1 Videos Analyzed</a:t>
            </a:r>
          </a:p>
        </p:txBody>
      </p:sp>
      <p:sp>
        <p:nvSpPr>
          <p:cNvPr id="7" name="TextBox 6"/>
          <p:cNvSpPr txBox="1"/>
          <p:nvPr/>
        </p:nvSpPr>
        <p:spPr>
          <a:xfrm>
            <a:off x="457200" y="5486400"/>
            <a:ext cx="11277295" cy="365760"/>
          </a:xfrm>
          <a:prstGeom prst="rect">
            <a:avLst/>
          </a:prstGeom>
          <a:noFill/>
        </p:spPr>
        <p:txBody>
          <a:bodyPr wrap="none">
            <a:spAutoFit/>
          </a:bodyPr>
          <a:lstStyle/>
          <a:p>
            <a:pPr algn="ctr">
              <a:defRPr sz="1400">
                <a:solidFill>
                  <a:srgbClr val="94A3B8"/>
                </a:solidFill>
                <a:latin typeface="Sora"/>
              </a:defRPr>
            </a:pPr>
            <a:r>
              <a:t>2026-02-18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VIDEOS</a:t>
            </a:r>
          </a:p>
        </p:txBody>
      </p:sp>
      <p:sp>
        <p:nvSpPr>
          <p:cNvPr id="5" name="Rounded Rectangle 4"/>
          <p:cNvSpPr/>
          <p:nvPr/>
        </p:nvSpPr>
        <p:spPr>
          <a:xfrm>
            <a:off x="914400" y="164592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737360"/>
            <a:ext cx="457200" cy="365760"/>
          </a:xfrm>
          <a:prstGeom prst="rect">
            <a:avLst/>
          </a:prstGeom>
          <a:noFill/>
        </p:spPr>
        <p:txBody>
          <a:bodyPr wrap="none">
            <a:spAutoFit/>
          </a:bodyPr>
          <a:lstStyle/>
          <a:p>
            <a:pPr>
              <a:defRPr sz="1600" b="1">
                <a:solidFill>
                  <a:srgbClr val="6366F1"/>
                </a:solidFill>
                <a:latin typeface="Sora"/>
              </a:defRPr>
            </a:pPr>
            <a:r>
              <a:t>01</a:t>
            </a:r>
          </a:p>
        </p:txBody>
      </p:sp>
      <p:sp>
        <p:nvSpPr>
          <p:cNvPr id="7" name="TextBox 6"/>
          <p:cNvSpPr txBox="1"/>
          <p:nvPr/>
        </p:nvSpPr>
        <p:spPr>
          <a:xfrm>
            <a:off x="1920240" y="1737360"/>
            <a:ext cx="8686800" cy="365760"/>
          </a:xfrm>
          <a:prstGeom prst="rect">
            <a:avLst/>
          </a:prstGeom>
          <a:noFill/>
        </p:spPr>
        <p:txBody>
          <a:bodyPr wrap="none">
            <a:spAutoFit/>
          </a:bodyPr>
          <a:lstStyle/>
          <a:p>
            <a:pPr>
              <a:defRPr sz="1400">
                <a:solidFill>
                  <a:srgbClr val="FFFFFF"/>
                </a:solidFill>
                <a:latin typeface="Sora"/>
              </a:defRPr>
            </a:pPr>
            <a:r>
              <a:t>CLAUDE CODE FULL COURSE 4 HOURS: Build &amp; Sell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CLAUDE CODE FULL COURSE 4 HOURS: BUILD &amp; SELL (202</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Hey, this is the definitive course on Claude Code for beginners. I use Claude Code every day to manage a business that does over $4 million a year in profit. I also teach over 2,000 people how to use Claude Code, both for personal and then corporate or professional tasks. So this is more or less what I do all day. Once you understand what I'm about to show you in this course, it's no small stretch to say that Claude Code will augment your productivity. You'll gain leverage in areas that you prob...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114800" y="1828800"/>
            <a:ext cx="3962095" cy="2286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389120"/>
            <a:ext cx="11277295" cy="914400"/>
          </a:xfrm>
          <a:prstGeom prst="rect">
            <a:avLst/>
          </a:prstGeom>
          <a:noFill/>
        </p:spPr>
        <p:txBody>
          <a:bodyPr wrap="none">
            <a:spAutoFit/>
          </a:bodyPr>
          <a:lstStyle/>
          <a:p>
            <a:pPr algn="ctr">
              <a:defRPr sz="4800" b="1">
                <a:solidFill>
                  <a:srgbClr val="FFFFFF"/>
                </a:solidFill>
                <a:latin typeface="Sora"/>
              </a:defRPr>
            </a:pPr>
            <a:r>
              <a:t>Thank You</a:t>
            </a:r>
          </a:p>
        </p:txBody>
      </p:sp>
      <p:sp>
        <p:nvSpPr>
          <p:cNvPr id="5" name="TextBox 4"/>
          <p:cNvSpPr txBox="1"/>
          <p:nvPr/>
        </p:nvSpPr>
        <p:spPr>
          <a:xfrm>
            <a:off x="457200" y="5486400"/>
            <a:ext cx="11277295" cy="365760"/>
          </a:xfrm>
          <a:prstGeom prst="rect">
            <a:avLst/>
          </a:prstGeom>
          <a:noFill/>
        </p:spPr>
        <p:txBody>
          <a:bodyPr wrap="none">
            <a:spAutoFit/>
          </a:bodyPr>
          <a:lstStyle/>
          <a:p>
            <a:pPr algn="ctr">
              <a:defRPr sz="1400">
                <a:solidFill>
                  <a:srgbClr val="94A3B8"/>
                </a:solidFill>
                <a:latin typeface="Sora"/>
              </a:defRPr>
            </a:pPr>
            <a:r>
              <a:t>2026-02-18</a:t>
            </a:r>
          </a:p>
        </p:txBody>
      </p:sp>
      <p:sp>
        <p:nvSpPr>
          <p:cNvPr id="6" name="Rectangle 5"/>
          <p:cNvSpPr/>
          <p:nvPr/>
        </p:nvSpPr>
        <p:spPr>
          <a:xfrm>
            <a:off x="0" y="676656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