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0" y="1097280"/>
            <a:ext cx="2133295" cy="21332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0"/>
            <a:ext cx="11277295" cy="1097280"/>
          </a:xfrm>
          <a:prstGeom prst="rect">
            <a:avLst/>
          </a:prstGeom>
          <a:noFill/>
        </p:spPr>
        <p:txBody>
          <a:bodyPr wrap="none">
            <a:spAutoFit/>
          </a:bodyPr>
          <a:lstStyle/>
          <a:p>
            <a:pPr algn="ctr">
              <a:defRPr sz="4800" b="1">
                <a:solidFill>
                  <a:srgbClr val="FFFFFF"/>
                </a:solidFill>
                <a:latin typeface="Sora"/>
              </a:defRPr>
            </a:pPr>
            <a:r>
              <a:t>Jack Roberts</a:t>
            </a:r>
          </a:p>
        </p:txBody>
      </p:sp>
      <p:sp>
        <p:nvSpPr>
          <p:cNvPr id="6" name="TextBox 5"/>
          <p:cNvSpPr txBox="1"/>
          <p:nvPr/>
        </p:nvSpPr>
        <p:spPr>
          <a:xfrm>
            <a:off x="457200" y="4846320"/>
            <a:ext cx="11277295" cy="457200"/>
          </a:xfrm>
          <a:prstGeom prst="rect">
            <a:avLst/>
          </a:prstGeom>
          <a:noFill/>
        </p:spPr>
        <p:txBody>
          <a:bodyPr wrap="none">
            <a:spAutoFit/>
          </a:bodyPr>
          <a:lstStyle/>
          <a:p>
            <a:pPr algn="ctr">
              <a:defRPr sz="2000">
                <a:solidFill>
                  <a:srgbClr val="A5B4FC"/>
                </a:solidFill>
                <a:latin typeface="Sora"/>
              </a:defRPr>
            </a:pPr>
            <a:r>
              <a:t>2 Videos Analyzed</a:t>
            </a:r>
          </a:p>
        </p:txBody>
      </p:sp>
      <p:sp>
        <p:nvSpPr>
          <p:cNvPr id="7" name="TextBox 6"/>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VIDEOS</a:t>
            </a:r>
          </a:p>
        </p:txBody>
      </p:sp>
      <p:sp>
        <p:nvSpPr>
          <p:cNvPr id="5" name="Rounded Rectangle 4"/>
          <p:cNvSpPr/>
          <p:nvPr/>
        </p:nvSpPr>
        <p:spPr>
          <a:xfrm>
            <a:off x="914400" y="164592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37360"/>
            <a:ext cx="457200" cy="365760"/>
          </a:xfrm>
          <a:prstGeom prst="rect">
            <a:avLst/>
          </a:prstGeom>
          <a:noFill/>
        </p:spPr>
        <p:txBody>
          <a:bodyPr wrap="none">
            <a:spAutoFit/>
          </a:bodyPr>
          <a:lstStyle/>
          <a:p>
            <a:pPr>
              <a:defRPr sz="1600" b="1">
                <a:solidFill>
                  <a:srgbClr val="6366F1"/>
                </a:solidFill>
                <a:latin typeface="Sora"/>
              </a:defRPr>
            </a:pPr>
            <a:r>
              <a:t>01</a:t>
            </a:r>
          </a:p>
        </p:txBody>
      </p:sp>
      <p:sp>
        <p:nvSpPr>
          <p:cNvPr id="7" name="TextBox 6"/>
          <p:cNvSpPr txBox="1"/>
          <p:nvPr/>
        </p:nvSpPr>
        <p:spPr>
          <a:xfrm>
            <a:off x="1920240" y="1737360"/>
            <a:ext cx="8686800" cy="365760"/>
          </a:xfrm>
          <a:prstGeom prst="rect">
            <a:avLst/>
          </a:prstGeom>
          <a:noFill/>
        </p:spPr>
        <p:txBody>
          <a:bodyPr wrap="none">
            <a:spAutoFit/>
          </a:bodyPr>
          <a:lstStyle/>
          <a:p>
            <a:pPr>
              <a:defRPr sz="1400">
                <a:solidFill>
                  <a:srgbClr val="FFFFFF"/>
                </a:solidFill>
                <a:latin typeface="Sora"/>
              </a:defRPr>
            </a:pPr>
            <a:r>
              <a:t>5 INSANE Claude Cowork use cases (Build Anything)</a:t>
            </a:r>
          </a:p>
        </p:txBody>
      </p:sp>
      <p:sp>
        <p:nvSpPr>
          <p:cNvPr id="8" name="Rounded Rectangle 7"/>
          <p:cNvSpPr/>
          <p:nvPr/>
        </p:nvSpPr>
        <p:spPr>
          <a:xfrm>
            <a:off x="914400" y="228600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377440"/>
            <a:ext cx="457200" cy="365760"/>
          </a:xfrm>
          <a:prstGeom prst="rect">
            <a:avLst/>
          </a:prstGeom>
          <a:noFill/>
        </p:spPr>
        <p:txBody>
          <a:bodyPr wrap="none">
            <a:spAutoFit/>
          </a:bodyPr>
          <a:lstStyle/>
          <a:p>
            <a:pPr>
              <a:defRPr sz="1600" b="1">
                <a:solidFill>
                  <a:srgbClr val="6366F1"/>
                </a:solidFill>
                <a:latin typeface="Sora"/>
              </a:defRPr>
            </a:pPr>
            <a:r>
              <a:t>02</a:t>
            </a:r>
          </a:p>
        </p:txBody>
      </p:sp>
      <p:sp>
        <p:nvSpPr>
          <p:cNvPr id="10" name="TextBox 9"/>
          <p:cNvSpPr txBox="1"/>
          <p:nvPr/>
        </p:nvSpPr>
        <p:spPr>
          <a:xfrm>
            <a:off x="1920240" y="2377440"/>
            <a:ext cx="8686800" cy="365760"/>
          </a:xfrm>
          <a:prstGeom prst="rect">
            <a:avLst/>
          </a:prstGeom>
          <a:noFill/>
        </p:spPr>
        <p:txBody>
          <a:bodyPr wrap="none">
            <a:spAutoFit/>
          </a:bodyPr>
          <a:lstStyle/>
          <a:p>
            <a:pPr>
              <a:defRPr sz="1400">
                <a:solidFill>
                  <a:srgbClr val="FFFFFF"/>
                </a:solidFill>
                <a:latin typeface="Sora"/>
              </a:defRPr>
            </a:pPr>
            <a:r>
              <a:t>AntiGravity + Claude Code Destroys Every Workflow Tool (NEW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5 INSANE CLAUDE COWORK USE CASES (BUILD ANYTHING)</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Cloud Co just dropped and it is a Cloud Co just dropped and it is a Cloud Co just dropped and it is a superpower, but only if you know how to superpower, but only if you know how to superpower, but only if you know how to use it correctly. It can even do things use it correctly. It can even do things use it correctly. It can even do things that weren't possible before, like that weren't possible before, like that weren't possible before, like automating boring tasks and learning automating borin...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ANTIGRAVITY + CLAUDE CODE DESTROYS EVERY WORKFLOW </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Plug code is the most powerful AI coding Plug code is the most powerful AI coding Plug code is the most powerful AI coding tool on the planet and using it in tool on the planet and using it in tool on the planet and using it in anti-gravity will give you an unfair anti-gravity will give you an unfair anti-gravity will give you an unfair advantage. Anthropic just released a advantage. Anthropic just released a advantage. Anthropic just released a powerful new feature that lets you build powerful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114800" y="1828800"/>
            <a:ext cx="3962095" cy="2286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389120"/>
            <a:ext cx="11277295" cy="914400"/>
          </a:xfrm>
          <a:prstGeom prst="rect">
            <a:avLst/>
          </a:prstGeom>
          <a:noFill/>
        </p:spPr>
        <p:txBody>
          <a:bodyPr wrap="none">
            <a:spAutoFit/>
          </a:bodyPr>
          <a:lstStyle/>
          <a:p>
            <a:pPr algn="ctr">
              <a:defRPr sz="4800" b="1">
                <a:solidFill>
                  <a:srgbClr val="FFFFFF"/>
                </a:solidFill>
                <a:latin typeface="Sora"/>
              </a:defRPr>
            </a:pPr>
            <a:r>
              <a:t>Thank You</a:t>
            </a:r>
          </a:p>
        </p:txBody>
      </p:sp>
      <p:sp>
        <p:nvSpPr>
          <p:cNvPr id="5" name="TextBox 4"/>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
        <p:nvSpPr>
          <p:cNvPr id="6" name="Rectangle 5"/>
          <p:cNvSpPr/>
          <p:nvPr/>
        </p:nvSpPr>
        <p:spPr>
          <a:xfrm>
            <a:off x="0" y="676656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